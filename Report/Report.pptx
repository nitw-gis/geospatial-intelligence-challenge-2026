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B0B87-5C77-5EBF-7C39-743F2DAF3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3FC923-55ED-53AB-144B-2905D7B22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75D64-9DF0-7133-A065-12BC87C2A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5BE6-00E2-4B4A-B767-A2C2B00E146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BA22F-8A0B-ADF1-D5FD-D52A088FE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894E-5F26-9B00-C8F6-4A6C9445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D7C9-4174-47CC-A212-DBA25F25A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8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B2D9A-4D9B-038F-F34D-E6A59D95B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79151-62FE-A0A6-637F-85924DCD1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26D8C-180A-1538-B68A-45F2D153C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5BE6-00E2-4B4A-B767-A2C2B00E146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97259-7B3A-1452-D10A-B84CCB050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BD48C-8C9F-7B8E-4EA7-0D6E07EC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D7C9-4174-47CC-A212-DBA25F25A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22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F246B-B5FD-5FA8-8EB9-06EC1A40F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5F75F-26D0-E2AE-3CD1-100A756D1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B5706-D1A9-B7BB-BAB2-8B8A2623B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5BE6-00E2-4B4A-B767-A2C2B00E146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28D35-A426-FCF6-3A31-BC147ACCC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DB948-F03D-C3CE-2C5D-DCD57B4B6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D7C9-4174-47CC-A212-DBA25F25A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92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73629-8F42-BCBF-DF88-FAFA3902B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97959-0FCD-015A-8042-A936F9CA5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E56E7-6881-EC8C-552A-F64AB73D4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89593-2680-B91D-8AB1-9829E8E66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5BE6-00E2-4B4A-B767-A2C2B00E146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12BBC-BF5F-F552-3684-A20BC1D9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08DD2-E243-EC4F-1EC2-80B6787D8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D7C9-4174-47CC-A212-DBA25F25A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26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7962A-8929-19BB-62EE-4F49E74B9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7AAA8-A9AC-3610-9F0D-A37F4404D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A9F0F8-1CCB-35D7-9691-579F7E751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6DFF9B-A5C7-83E7-3179-A2B4ABCF8B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5E62F7-CB69-9ADB-FC0B-D802DA9E18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B78B0F-83ED-2A33-A18F-18568A75F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5BE6-00E2-4B4A-B767-A2C2B00E146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435CAE-4C1A-677E-C218-1DF223582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7D34C9-E82E-C27B-FE15-14CC3138C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D7C9-4174-47CC-A212-DBA25F25A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216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CE340-FAAE-AFA8-0ADA-77AD1BD42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54107D-8B43-6451-4CA4-E6D55B7C6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5BE6-00E2-4B4A-B767-A2C2B00E146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6FB73-58BE-A31E-BE15-957EFEF91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2A64D-F4E3-5DAD-A9AB-706586D65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D7C9-4174-47CC-A212-DBA25F25A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18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8E0737-6BE8-96C8-A5D3-9480D0A2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5BE6-00E2-4B4A-B767-A2C2B00E146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A2FF4C-E211-ADAA-F5E1-60F287D71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28784-E5B3-388B-277A-6B4E0D4C7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D7C9-4174-47CC-A212-DBA25F25A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11EC8-474E-F807-3197-CE3DABDCC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11579-C9D2-D901-11EA-03BABD419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A4890-E70A-A9C7-85B9-2D09D129E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00AE9-5799-D1A0-5CF0-9D90F93F3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5BE6-00E2-4B4A-B767-A2C2B00E146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02279-10AF-D24D-C9C5-14FFF50A6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F8E3F-6F2D-9D7B-7F0C-55EF6C300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D7C9-4174-47CC-A212-DBA25F25A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6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42292-B948-EB95-5BF4-6BE83DCA3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689A0D-2EC4-D092-6D71-C00A94EE17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AACF20-B12D-030D-C6A1-8F2C27CFF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F139C-F4BD-6F7A-8A56-EDA657DBE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5BE6-00E2-4B4A-B767-A2C2B00E146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F973E-5106-EE36-2674-8B310AFCC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DEA3C-22DD-D8D9-01B6-1929F13A1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D7C9-4174-47CC-A212-DBA25F25A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01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CBF6B-1317-7302-F085-30131BCCE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8D7821-17C4-0B24-3B4B-F65BD82BC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83CEA-4C7A-8B82-6CB0-8D21E906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5BE6-00E2-4B4A-B767-A2C2B00E146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CA5AA-0861-57C3-9B60-9A1A47F0D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DF710-859C-4C47-CF4A-6FC3FCD7D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D7C9-4174-47CC-A212-DBA25F25A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14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ED11BA-CAE5-5367-97D7-322BF5381D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06463F-311C-ED2E-192A-0EB6CE263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3105C-A815-E2B3-D10F-9636CBD4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E5BE6-00E2-4B4A-B767-A2C2B00E146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55C3A-4484-3FA3-19DA-0516EFBE3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D5EBC-1DC9-35DF-DEDB-D2401BE8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D7C9-4174-47CC-A212-DBA25F25A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5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C91B26-C0C9-9233-2F3A-129F140FF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A5264-BBDC-E126-BB7B-45BC92517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B642E-4BBC-24A3-CD71-76C4EB98B1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9E5BE6-00E2-4B4A-B767-A2C2B00E146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DDC86-3638-06C1-5594-46A8BDCD9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562FF-7BB0-8936-41F7-7F68D0025F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9D7C9-4174-47CC-A212-DBA25F25A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74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A2E3BB2-4A26-5E11-BAE3-603FDC4611D5}"/>
              </a:ext>
            </a:extLst>
          </p:cNvPr>
          <p:cNvGrpSpPr/>
          <p:nvPr/>
        </p:nvGrpSpPr>
        <p:grpSpPr>
          <a:xfrm>
            <a:off x="2269959" y="1327484"/>
            <a:ext cx="5534525" cy="4539916"/>
            <a:chOff x="2269959" y="1327484"/>
            <a:chExt cx="5534525" cy="453991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B6B1DCD-A848-CD93-787E-D5EC86EFB6C7}"/>
                </a:ext>
              </a:extLst>
            </p:cNvPr>
            <p:cNvGrpSpPr/>
            <p:nvPr/>
          </p:nvGrpSpPr>
          <p:grpSpPr>
            <a:xfrm>
              <a:off x="3208421" y="1363579"/>
              <a:ext cx="4596063" cy="4503821"/>
              <a:chOff x="1195137" y="858253"/>
              <a:chExt cx="4596063" cy="4503821"/>
            </a:xfrm>
          </p:grpSpPr>
          <p:sp>
            <p:nvSpPr>
              <p:cNvPr id="5" name="Arrow: Pentagon 4">
                <a:extLst>
                  <a:ext uri="{FF2B5EF4-FFF2-40B4-BE49-F238E27FC236}">
                    <a16:creationId xmlns:a16="http://schemas.microsoft.com/office/drawing/2014/main" id="{CF988E2D-CEE1-C756-65B9-51D556A7CE19}"/>
                  </a:ext>
                </a:extLst>
              </p:cNvPr>
              <p:cNvSpPr/>
              <p:nvPr/>
            </p:nvSpPr>
            <p:spPr>
              <a:xfrm>
                <a:off x="1195137" y="858253"/>
                <a:ext cx="2109537" cy="1275347"/>
              </a:xfrm>
              <a:prstGeom prst="homePlat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Early stopping</a:t>
                </a:r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E395B19-BAC5-B5E2-276F-0319E50D78C0}"/>
                  </a:ext>
                </a:extLst>
              </p:cNvPr>
              <p:cNvSpPr/>
              <p:nvPr/>
            </p:nvSpPr>
            <p:spPr>
              <a:xfrm>
                <a:off x="3681663" y="858253"/>
                <a:ext cx="2109537" cy="127534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Computationally efficient</a:t>
                </a:r>
              </a:p>
            </p:txBody>
          </p:sp>
          <p:sp>
            <p:nvSpPr>
              <p:cNvPr id="7" name="Arrow: Pentagon 6">
                <a:extLst>
                  <a:ext uri="{FF2B5EF4-FFF2-40B4-BE49-F238E27FC236}">
                    <a16:creationId xmlns:a16="http://schemas.microsoft.com/office/drawing/2014/main" id="{315D0364-A456-6D0F-D72E-D98582E90212}"/>
                  </a:ext>
                </a:extLst>
              </p:cNvPr>
              <p:cNvSpPr/>
              <p:nvPr/>
            </p:nvSpPr>
            <p:spPr>
              <a:xfrm>
                <a:off x="1195137" y="2446422"/>
                <a:ext cx="2109537" cy="1275347"/>
              </a:xfrm>
              <a:prstGeom prst="homePlat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Learning rate reduction on plateau</a:t>
                </a: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4D668E5C-B783-B45B-A6EE-923E940B0552}"/>
                  </a:ext>
                </a:extLst>
              </p:cNvPr>
              <p:cNvSpPr/>
              <p:nvPr/>
            </p:nvSpPr>
            <p:spPr>
              <a:xfrm>
                <a:off x="3681663" y="2446422"/>
                <a:ext cx="2109537" cy="127534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Efficient convergence</a:t>
                </a:r>
              </a:p>
            </p:txBody>
          </p:sp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F36A2F1A-C94E-CE35-92C0-76CD8007674F}"/>
                  </a:ext>
                </a:extLst>
              </p:cNvPr>
              <p:cNvSpPr/>
              <p:nvPr/>
            </p:nvSpPr>
            <p:spPr>
              <a:xfrm>
                <a:off x="1195137" y="4086727"/>
                <a:ext cx="2109537" cy="1275347"/>
              </a:xfrm>
              <a:prstGeom prst="homePlat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Model Check pointer</a:t>
                </a: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F73E35DC-81C0-7677-B5F9-D4D2076CD854}"/>
                  </a:ext>
                </a:extLst>
              </p:cNvPr>
              <p:cNvSpPr/>
              <p:nvPr/>
            </p:nvSpPr>
            <p:spPr>
              <a:xfrm>
                <a:off x="3681663" y="4086727"/>
                <a:ext cx="2109537" cy="127534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Prevents overfitting</a:t>
                </a:r>
              </a:p>
            </p:txBody>
          </p:sp>
        </p:grp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F275857-A3EE-6ED8-E41A-B3540CB14C3F}"/>
                </a:ext>
              </a:extLst>
            </p:cNvPr>
            <p:cNvSpPr/>
            <p:nvPr/>
          </p:nvSpPr>
          <p:spPr>
            <a:xfrm>
              <a:off x="2269959" y="1327484"/>
              <a:ext cx="561473" cy="4539916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2800" b="1" dirty="0"/>
                <a:t>CALLBACKS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5748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Purushothama R</dc:creator>
  <cp:lastModifiedBy>Purushothama R</cp:lastModifiedBy>
  <cp:revision>1</cp:revision>
  <dcterms:created xsi:type="dcterms:W3CDTF">2026-03-30T12:52:44Z</dcterms:created>
  <dcterms:modified xsi:type="dcterms:W3CDTF">2026-03-30T12:52:55Z</dcterms:modified>
</cp:coreProperties>
</file>